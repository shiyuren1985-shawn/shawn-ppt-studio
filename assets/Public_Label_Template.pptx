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8745edbe43df4365" /><Relationship Type="http://schemas.openxmlformats.org/officeDocument/2006/relationships/extended-properties" Target="/docProps/app.xml" Id="Rf50ed06cf85f4d15" /><Relationship Type="http://schemas.openxmlformats.org/officeDocument/2006/relationships/officeDocument" Target="/ppt/presentation.xml" Id="Re1efb6a9b1f24fe6" /><Relationship Id="rId1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b8a5cbf87d4f48"/>
  </p:sldMasterIdLst>
  <p:notesMasterIdLst>
    <p:notesMasterId xmlns:r="http://schemas.openxmlformats.org/officeDocument/2006/relationships" r:id="R327f51014fcd4bd6"/>
  </p:notesMasterIdLst>
  <p:sldIdLst>
    <p:sldId xmlns:r="http://schemas.openxmlformats.org/officeDocument/2006/relationships" id="256" r:id="Rb661f5e461b844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3ddbce2bd42da" /><Relationship Type="http://schemas.openxmlformats.org/officeDocument/2006/relationships/slideMaster" Target="/ppt/slideMasters/slideMaster1.xml" Id="R9bb8a5cbf87d4f48" /><Relationship Type="http://schemas.openxmlformats.org/officeDocument/2006/relationships/notesMaster" Target="/ppt/notesMasters/notesMaster1.xml" Id="R327f51014fcd4bd6" /><Relationship Type="http://schemas.openxmlformats.org/officeDocument/2006/relationships/presProps" Target="/ppt/presProps.xml" Id="R05d91f2292564e8b" /><Relationship Type="http://schemas.openxmlformats.org/officeDocument/2006/relationships/tableStyles" Target="/ppt/tableStyles.xml" Id="R28d899ab03d84cb3" /><Relationship Type="http://schemas.openxmlformats.org/officeDocument/2006/relationships/slide" Target="/ppt/slides/slide1.xml" Id="Rb661f5e461b844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e0e94da5c445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dc86eb08f429f" /><Relationship Type="http://schemas.openxmlformats.org/officeDocument/2006/relationships/notesMaster" Target="/ppt/notesMasters/notesMaster1.xml" Id="R9cf2986e2d0f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6aad8aff944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3d318e536c466a" /><Relationship Type="http://schemas.openxmlformats.org/officeDocument/2006/relationships/slideLayout" Target="/ppt/slideLayouts/slideLayout1.xml" Id="R30bb2829c5f448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bb2829c5f448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d05964c7e4127" /><Relationship Type="http://schemas.openxmlformats.org/officeDocument/2006/relationships/image" Target="/ppt/media/image.png" Id="R48b8dca9ae384af6" /><Relationship Type="http://schemas.openxmlformats.org/officeDocument/2006/relationships/notesSlide" Target="/ppt/notesSlides/notesSlide1.xml" Id="R3a796b30daf840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8dca9ae384af6"/>
          <a:stretch xmlns:a="http://schemas.openxmlformats.org/drawingml/2006/main"/>
        </p:blipFill>
        <p:spPr>
          <a:xfrm xmlns:a="http://schemas.openxmlformats.org/drawingml/2006/main">
            <a:off x="2667000" y="0"/>
            <a:ext cx="6858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80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2026-08-27T16:32:43.1530000Z</dcterms:created>
  <dcterms:modified xsi:type="dcterms:W3CDTF">2026-08-27T16:32:43.1530000Z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7d27c0-b6cd-40f3-a0e1-631f68c80666_Enabled">
    <vt:lpwstr>true</vt:lpwstr>
  </property>
  <property fmtid="{D5CDD505-2E9C-101B-9397-08002B2CF9AE}" pid="3" name="MSIP_Label_937d27c0-b6cd-40f3-a0e1-631f68c80666_SetDate">
    <vt:lpwstr>2026-08-09T07:18:29Z</vt:lpwstr>
  </property>
  <property fmtid="{D5CDD505-2E9C-101B-9397-08002B2CF9AE}" pid="4" name="MSIP_Label_937d27c0-b6cd-40f3-a0e1-631f68c80666_Method">
    <vt:lpwstr>Privileged</vt:lpwstr>
  </property>
  <property fmtid="{D5CDD505-2E9C-101B-9397-08002B2CF9AE}" pid="5" name="MSIP_Label_937d27c0-b6cd-40f3-a0e1-631f68c80666_Name">
    <vt:lpwstr>937d27c0-b6cd-40f3-a0e1-631f68c80666</vt:lpwstr>
  </property>
  <property fmtid="{D5CDD505-2E9C-101B-9397-08002B2CF9AE}" pid="6" name="MSIP_Label_937d27c0-b6cd-40f3-a0e1-631f68c80666_SiteId">
    <vt:lpwstr>855b093e-7340-45c7-9f0c-96150415893e</vt:lpwstr>
  </property>
  <property fmtid="{D5CDD505-2E9C-101B-9397-08002B2CF9AE}" pid="7" name="MSIP_Label_937d27c0-b6cd-40f3-a0e1-631f68c80666_ActionId">
    <vt:lpwstr>9f5143f7-6a13-4f9e-9fcd-a741db1c6697</vt:lpwstr>
  </property>
  <property fmtid="{D5CDD505-2E9C-101B-9397-08002B2CF9AE}" pid="8" name="MSIP_Label_937d27c0-b6cd-40f3-a0e1-631f68c80666_ContentBits">
    <vt:lpwstr>0</vt:lpwstr>
  </property>
  <property fmtid="{D5CDD505-2E9C-101B-9397-08002B2CF9AE}" pid="9" name="MSIP_Label_937d27c0-b6cd-40f3-a0e1-631f68c80666_Tag">
    <vt:lpwstr>10, 0, 1, 1</vt:lpwstr>
  </property>
</Properties>
</file>